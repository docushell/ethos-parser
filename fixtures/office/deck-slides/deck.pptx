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2"/>
    <p:sldId id="257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2" Type="http://schemas.openxmlformats.org/officeDocument/2006/relationships/slide" Target="slides/slide1.xml"/>
  <Relationship Id="rId4" Type="http://schemas.openxmlformats.org/officeDocument/2006/relationships/slide" Target="slides/slide7.xml"/>
</Relationships>
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</p:nvGrpSpPr>
      <p:sp>
        <p:nvSpPr>
          <p:cNvPr id="2" name="Title 1"/>
        </p:nvSpPr>
        <p:txBody>
          <a:p>
            <a:r>
              <a:t>Evidence, not extraction.</a:t>
            </a:r>
          </a:p>
          <a:p>
            <a:r>
              <a:t>Slides &amp; shapes are S4</a:t>
            </a:r>
            <a:r>
              <a:t> and never a page.</a:t>
            </a:r>
          </a:p>
        </p:txBody>
      </p:sp>
      <p:grpSp>
        <p:nvGrpSpPr>
          <p:cNvPr id="9" name="Group 8"/>
        </p:nvGrpSpPr>
        <p:sp>
          <p:nvSpPr>
            <p:cNvPr id="2" name="Grouped 2"/>
          </p:nvSpPr>
          <p:txBody>
            <a:p>
              <a:r>
                <a:t>Inside a group, and still read.</a:t>
              </a:r>
            </a:p>
          </p:txBody>
        </p:sp>
      </p:grp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</p:nvGrpSpPr>
      <p:sp>
        <p:nvSpPr>
          <p:cNvPr id="4" name="Body 3"/>
        </p:nvSpPr>
        <p:txBody>
          <a:p>
            <a:r>
              <a:t>Read because the deck listed it.</a:t>
            </a:r>
          </a:p>
        </p:txBody>
      </p:sp>
    </p:spTree>
  </p:cSld>
</p:sld>
</file>