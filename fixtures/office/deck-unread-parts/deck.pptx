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</p:sldIdLst>
  <p:notesSz cx="6858000" cy="9144000"/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</Relationships>
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nvSpPr>
          <p:cNvPr id="2" name="Notes"/>
        </p:nvSpPr>
        <p:txBody>
          <a:p>
            <a:r>
              <a:t>A speaker note nobody read.</a:t>
            </a:r>
          </a:p>
        </p:txBody>
      </p:sp>
    </p:spTree>
  </p:cSld>
</p:notes>
</file>

<file path=ppt/slideLayouts/slideLayout1.xml><?xml version="1.0" encoding="utf-8"?>
<p:sldLayout xmlns:p="http://schemas.openxmlformats.org/presentationml/2006/main" xmlns:a="http://schemas.openxmlformats.org/drawingml/2006/main">
  <p:cSld name="Title Slide">
    <p:spTree>
      <p:sp>
        <p:nvSpPr>
          <p:cNvPr id="2" name="Title Placeholder"/>
        </p:nvSpPr>
        <p:txBody>
          <a:p>
            <a:r>
              <a:t>Click to edit Master title style</a:t>
            </a:r>
          </a:p>
        </p:txBody>
      </p:sp>
    </p:spTree>
  </p:cSld>
</p:sldLayout>
</file>

<file path=ppt/slideMasters/slideMaster1.xml><?xml version="1.0" encoding="utf-8"?>
<p:sldMaster xmlns:p="http://schemas.openxmlformats.org/presentationml/2006/main" xmlns:a="http://schemas.openxmlformats.org/drawingml/2006/main">
  <p:cSld>
    <p:spTree>
      <p:sp>
        <p:nvSpPr>
          <p:cNvPr id="2" name="Footer"/>
        </p:nvSpPr>
        <p:txBody>
          <a:p>
            <a:r>
              <a:t>Confidential — on every slide, and unread</a:t>
            </a:r>
          </a:p>
        </p:txBody>
      </p:sp>
    </p:spTree>
  </p:cSld>
</p:sldMaster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 1"/>
        </p:nvSpPr>
        <p:txBody>
          <a:p>
            <a:r>
              <a:t>The shapes are all this slice reads.</a:t>
            </a:r>
          </a:p>
        </p:txBody>
      </p:sp>
      <p:graphicFrame>
        <p:nvGraphicFramePr>
          <p:cNvPr id="5" name="Table 4"/>
        </p:nvGraphicFramePr>
        <a:graphic>
          <a:graphicData>
            <a:tbl>
              <a:tr>
                <a:tc>
                  <a:txBody>
                    <a:p>
                      <a:r>
                        <a:t>A table cell nobody read.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Slide Number Placeholder 5"/>
        </p:nvSpPr>
        <p:txBody>
          <a:p>
            <a:fld id="{C51EAA63-D034-42AE-91FA-B13B9518C7BE}" type="slidenum">
              <a:t>1</a:t>
            </a:fld>
          </a:p>
        </p:txBody>
      </p:sp>
    </p:spTree>
  </p:cSld>
</p:sld>
</file>